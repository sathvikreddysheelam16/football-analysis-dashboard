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FIFA 22 player analytics with Streamlit and Plotly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Interactive FIFA 22 analysis with Plotly and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 an interactive dashboard that answers 10 multidimensional FIFA 22 player questions for scouting, club comparison, and player development.</a:t>
            </a:r>
          </a:p>
          <a:p>
            <a:pPr/>
            <a:r>
              <a:t>Provide data-driven insights across position, club, nationality, age, and league level.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FIFA 22 player performance and market value in a single interactive dashboard.</a:t>
            </a:r>
          </a:p>
          <a:p>
            <a:r>
              <a:t>Provide actionable insights for player scouting, club comparison, and potential development.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Streamlit web dashboard using Plotly-only charts and accessible color palettes.</a:t>
            </a:r>
          </a:p>
          <a:p>
            <a:pPr/>
            <a:r>
              <a:t>Includes dynamic filters, publication-ready visuals, and nine rich analytic dimensions to explore player performance and market value.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Streamlit dashboard using Plotly for publication-ready, colorblind-safe visuals.</a:t>
            </a:r>
          </a:p>
          <a:p>
            <a:r>
              <a:t>Includes 10 multi-dimensional charts and interactive filters for age, club, nationality, and league level.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Source: players_22.csv with 19,239 FIFA 22 player records and 110 features.</a:t>
            </a:r>
          </a:p>
          <a:p>
            <a:pPr/>
            <a:r>
              <a:t>Core fields: overall, potential, value_eur, wage_eur, pace, shooting, passing, defending, work_rate, club, nationality, league level.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Source: FIFA 22 player dataset (19,239 records, 110 features).</a:t>
            </a:r>
          </a:p>
          <a:p>
            <a:r>
              <a:t>Key features: overall, potential, value, wage, pace, shooting, passing, defending, club, nationality, and league.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Age vs Rating by Position</a:t>
            </a:r>
          </a:p>
          <a:p>
            <a:pPr/>
            <a:r>
              <a:t>2. Market Value vs Wage</a:t>
            </a:r>
          </a:p>
          <a:p>
            <a:pPr/>
            <a:r>
              <a:t>3. League Skill Profiles</a:t>
            </a:r>
          </a:p>
          <a:p>
            <a:pPr/>
            <a:r>
              <a:t>4. Midfield Club Performance</a:t>
            </a:r>
          </a:p>
          <a:p>
            <a:pPr/>
            <a:r>
              <a:t>5. Pace &amp; Stamina by Work Rate</a:t>
            </a:r>
          </a:p>
          <a:p>
            <a:pPr/>
            <a:r>
              <a:t>6. Top Nations Skill Radar</a:t>
            </a:r>
          </a:p>
          <a:p>
            <a:pPr/>
            <a:r>
              <a:t>7. Goalkeeper Skill Profile by League</a:t>
            </a:r>
          </a:p>
          <a:p>
            <a:pPr/>
            <a:r>
              <a:t>8. Combined Score Scatter</a:t>
            </a:r>
          </a:p>
          <a:p>
            <a:pPr/>
            <a:r>
              <a:t>9. Age/Overall/Potential Bubble</a:t>
            </a:r>
          </a:p>
          <a:p>
            <a:pPr/>
            <a:r>
              <a:t>10. Top Rated Players Bar 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Age vs Rating by Position</a:t>
            </a:r>
          </a:p>
          <a:p>
            <a:r>
              <a:t>2. Market Value vs Wage</a:t>
            </a:r>
          </a:p>
          <a:p>
            <a:r>
              <a:t>3. League Skill Profiles</a:t>
            </a:r>
          </a:p>
          <a:p>
            <a:r>
              <a:t>4. Midfield Club Performance</a:t>
            </a:r>
          </a:p>
          <a:p>
            <a:r>
              <a:t>5. Goalkeeper Skill Profiles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 on Streamlit Community Cloud or run locally with Streamlit.</a:t>
            </a:r>
          </a:p>
          <a:p>
            <a:pPr/>
            <a:r>
              <a:t>Run command: streamlit run streamlit_app.py</a:t>
            </a:r>
          </a:p>
          <a:p>
            <a:pPr/>
            <a:r>
              <a:t>Required files: streamlit_app.py, dashboard/app.py, requirements.txt, data/players_22.csv.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Deploy on Streamlit Community Cloud with the project repository.</a:t>
            </a:r>
          </a:p>
          <a:p>
            <a:r>
              <a:t>Required files: streamlit_app.py, dashboard/app.py, requirements.txt, and data/players_22.csv.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player similarity search, historical trend comparisons, and transfer value prediction.</a:t>
            </a:r>
          </a:p>
          <a:p>
            <a:pPr/>
            <a:r>
              <a:t>Expand the dashboard with team-level benchmarking, model-backed scouting insights, and richer data filters.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advanced player comparison, training recommendations, and predictive ranking models.</a:t>
            </a:r>
          </a:p>
          <a:p>
            <a:r>
              <a:t>Include team-level network analysis and transfer market simulations.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